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42E0C3-B8FD-4D83-823F-85E924F62BB5}" v="1" dt="2026-04-06T04:58:08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阿曽 （株）米倉製作所" userId="68c738e67d3d55d7" providerId="LiveId" clId="{A28587BD-0204-42F4-837D-BC61ABAA4807}"/>
    <pc:docChg chg="modSld">
      <pc:chgData name="阿曽 （株）米倉製作所" userId="68c738e67d3d55d7" providerId="LiveId" clId="{A28587BD-0204-42F4-837D-BC61ABAA4807}" dt="2026-04-06T05:06:23.965" v="33" actId="20577"/>
      <pc:docMkLst>
        <pc:docMk/>
      </pc:docMkLst>
      <pc:sldChg chg="modSp mod">
        <pc:chgData name="阿曽 （株）米倉製作所" userId="68c738e67d3d55d7" providerId="LiveId" clId="{A28587BD-0204-42F4-837D-BC61ABAA4807}" dt="2026-04-06T05:05:42.488" v="23" actId="20577"/>
        <pc:sldMkLst>
          <pc:docMk/>
          <pc:sldMk cId="0" sldId="256"/>
        </pc:sldMkLst>
        <pc:spChg chg="mod">
          <ac:chgData name="阿曽 （株）米倉製作所" userId="68c738e67d3d55d7" providerId="LiveId" clId="{A28587BD-0204-42F4-837D-BC61ABAA4807}" dt="2026-04-06T04:58:15.184" v="2" actId="20577"/>
          <ac:spMkLst>
            <pc:docMk/>
            <pc:sldMk cId="0" sldId="256"/>
            <ac:spMk id="39" creationId="{00000000-0000-0000-0000-000000000000}"/>
          </ac:spMkLst>
        </pc:spChg>
        <pc:spChg chg="mod">
          <ac:chgData name="阿曽 （株）米倉製作所" userId="68c738e67d3d55d7" providerId="LiveId" clId="{A28587BD-0204-42F4-837D-BC61ABAA4807}" dt="2026-04-06T05:05:42.488" v="23" actId="20577"/>
          <ac:spMkLst>
            <pc:docMk/>
            <pc:sldMk cId="0" sldId="256"/>
            <ac:spMk id="40" creationId="{00000000-0000-0000-0000-000000000000}"/>
          </ac:spMkLst>
        </pc:spChg>
      </pc:sldChg>
      <pc:sldChg chg="modSp mod">
        <pc:chgData name="阿曽 （株）米倉製作所" userId="68c738e67d3d55d7" providerId="LiveId" clId="{A28587BD-0204-42F4-837D-BC61ABAA4807}" dt="2026-04-06T04:58:43.541" v="11" actId="20577"/>
        <pc:sldMkLst>
          <pc:docMk/>
          <pc:sldMk cId="0" sldId="258"/>
        </pc:sldMkLst>
        <pc:spChg chg="mod">
          <ac:chgData name="阿曽 （株）米倉製作所" userId="68c738e67d3d55d7" providerId="LiveId" clId="{A28587BD-0204-42F4-837D-BC61ABAA4807}" dt="2026-04-06T04:58:27.941" v="5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阿曽 （株）米倉製作所" userId="68c738e67d3d55d7" providerId="LiveId" clId="{A28587BD-0204-42F4-837D-BC61ABAA4807}" dt="2026-04-06T04:58:43.541" v="1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阿曽 （株）米倉製作所" userId="68c738e67d3d55d7" providerId="LiveId" clId="{A28587BD-0204-42F4-837D-BC61ABAA4807}" dt="2026-04-06T04:58:31.414" v="8" actId="20577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阿曽 （株）米倉製作所" userId="68c738e67d3d55d7" providerId="LiveId" clId="{A28587BD-0204-42F4-837D-BC61ABAA4807}" dt="2026-04-06T05:06:23.965" v="33" actId="20577"/>
        <pc:sldMkLst>
          <pc:docMk/>
          <pc:sldMk cId="0" sldId="262"/>
        </pc:sldMkLst>
        <pc:spChg chg="mod">
          <ac:chgData name="阿曽 （株）米倉製作所" userId="68c738e67d3d55d7" providerId="LiveId" clId="{A28587BD-0204-42F4-837D-BC61ABAA4807}" dt="2026-04-06T05:06:23.965" v="33" actId="20577"/>
          <ac:spMkLst>
            <pc:docMk/>
            <pc:sldMk cId="0" sldId="262"/>
            <ac:spMk id="215" creationId="{00000000-0000-0000-0000-000000000000}"/>
          </ac:spMkLst>
        </pc:spChg>
        <pc:spChg chg="mod">
          <ac:chgData name="阿曽 （株）米倉製作所" userId="68c738e67d3d55d7" providerId="LiveId" clId="{A28587BD-0204-42F4-837D-BC61ABAA4807}" dt="2026-04-06T04:58:58.922" v="14" actId="20577"/>
          <ac:spMkLst>
            <pc:docMk/>
            <pc:sldMk cId="0" sldId="262"/>
            <ac:spMk id="2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428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61A1A"/>
          </a:solidFill>
          <a:ln w="12700">
            <a:solidFill>
              <a:srgbClr val="06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6576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36576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36576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36576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96012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3800" y="96012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96012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9640" y="96012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155448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155448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55448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155448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214884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214884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14884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214884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74320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274320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274320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9640" y="274320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333756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333756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33756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9640" y="333756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393192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3800" y="393192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393192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49640" y="393192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452628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452628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452628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49640" y="4526280"/>
            <a:ext cx="73152" cy="73152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71600" y="502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INTRODUCTION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100584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繁忙ボード</a:t>
            </a:r>
            <a:endParaRPr lang="en-US" sz="4800" dirty="0"/>
          </a:p>
        </p:txBody>
      </p:sp>
      <p:sp>
        <p:nvSpPr>
          <p:cNvPr id="40" name="Text 38"/>
          <p:cNvSpPr/>
          <p:nvPr/>
        </p:nvSpPr>
        <p:spPr>
          <a:xfrm>
            <a:off x="4114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仕事を頼みやすくする</a:t>
            </a:r>
            <a:r>
              <a:rPr lang="en-US" sz="16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ja-JP" altLang="en-US" sz="16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メンバー</a:t>
            </a:r>
            <a:r>
              <a:rPr lang="en-US" sz="1600" dirty="0" err="1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の「今」が一目でわかるツール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11480" y="2880360"/>
            <a:ext cx="27432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社内ツール導入のご案内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1148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D9E75">
              <a:alpha val="8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114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余裕あり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423160" y="41148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D4860A">
              <a:alpha val="80000"/>
            </a:srgbClr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23160" y="4114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やや忙しい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389120" y="41148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E24B4A">
              <a:alpha val="80000"/>
            </a:srgbClr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0" y="4114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余裕なし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2B"/>
          </a:solidFill>
          <a:ln w="12700">
            <a:solidFill>
              <a:srgbClr val="0D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こんな経験、ありませんか？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554480"/>
            <a:ext cx="822960" cy="822960"/>
          </a:xfrm>
          <a:prstGeom prst="ellipse">
            <a:avLst/>
          </a:prstGeom>
          <a:solidFill>
            <a:srgbClr val="E8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頼みにくい...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相手が忙しそうで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声をかけるタイミングが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わからない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5603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E8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聞きに行くのも気が引ける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0632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「今忙しい？」と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毎回聞くのは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相手に申し訳ない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71600"/>
            <a:ext cx="25603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1554480"/>
            <a:ext cx="822960" cy="822960"/>
          </a:xfrm>
          <a:prstGeom prst="ellipse">
            <a:avLst/>
          </a:prstGeom>
          <a:solidFill>
            <a:srgbClr val="E8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結局自分でやってしまう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30632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頼めばよかったのに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時間が足りなくなって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しまった...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このツールで解決します！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2B"/>
          </a:solidFill>
          <a:ln w="12700">
            <a:solidFill>
              <a:srgbClr val="0D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繁忙ボードとは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メンバーの繁忙状況を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リアルタイムで共有するツールです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ブラウザで開くだけで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全員の状況が一目でわかります。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アプリのインストール不要。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931920" cy="347472"/>
          </a:xfrm>
          <a:prstGeom prst="rect">
            <a:avLst/>
          </a:prstGeom>
          <a:solidFill>
            <a:srgbClr val="E8F6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繁忙ステータスの表示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10712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10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残業可否の表示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803904"/>
            <a:ext cx="3931920" cy="347472"/>
          </a:xfrm>
          <a:prstGeom prst="rect">
            <a:avLst/>
          </a:prstGeom>
          <a:solidFill>
            <a:srgbClr val="E8F6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039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一言コメント・メモ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97096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970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リアルタイム自動更新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90288"/>
            <a:ext cx="3931920" cy="347472"/>
          </a:xfrm>
          <a:prstGeom prst="rect">
            <a:avLst/>
          </a:prstGeom>
          <a:solidFill>
            <a:srgbClr val="E8F6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90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未更新時のメール通知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3931920" cy="374904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繁忙ボード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0200"/>
            <a:ext cx="39319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1737360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737360"/>
            <a:ext cx="361188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1874520"/>
            <a:ext cx="475488" cy="475488"/>
          </a:xfrm>
          <a:prstGeom prst="ellipse">
            <a:avLst/>
          </a:prstGeom>
          <a:solidFill>
            <a:srgbClr val="E8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32120" y="1847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山田 太郎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32120" y="2103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83480" y="2395728"/>
            <a:ext cx="1234440" cy="201168"/>
          </a:xfrm>
          <a:prstGeom prst="roundRect">
            <a:avLst>
              <a:gd name="adj" fmla="val 27273"/>
            </a:avLst>
          </a:prstGeom>
          <a:solidFill>
            <a:srgbClr val="E4F7E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39572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余裕あり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09360" y="2395728"/>
            <a:ext cx="914400" cy="201168"/>
          </a:xfrm>
          <a:prstGeom prst="roundRect">
            <a:avLst>
              <a:gd name="adj" fmla="val 27273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3957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残業OK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92040" y="2761488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2761488"/>
            <a:ext cx="3611880" cy="64008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2898648"/>
            <a:ext cx="475488" cy="475488"/>
          </a:xfrm>
          <a:prstGeom prst="ellipse">
            <a:avLst/>
          </a:prstGeom>
          <a:solidFill>
            <a:srgbClr val="E8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898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田子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32120" y="28712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田中 花子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3127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デザイナー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983480" y="3419856"/>
            <a:ext cx="1234440" cy="201168"/>
          </a:xfrm>
          <a:prstGeom prst="roundRect">
            <a:avLst>
              <a:gd name="adj" fmla="val 27273"/>
            </a:avLst>
          </a:prstGeom>
          <a:solidFill>
            <a:srgbClr val="FEF3DC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1985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やや忙しい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309360" y="3419856"/>
            <a:ext cx="914400" cy="201168"/>
          </a:xfrm>
          <a:prstGeom prst="roundRect">
            <a:avLst>
              <a:gd name="adj" fmla="val 27273"/>
            </a:avLst>
          </a:prstGeom>
          <a:solidFill>
            <a:srgbClr val="F5F5F4"/>
          </a:solidFill>
          <a:ln w="12700">
            <a:solidFill>
              <a:srgbClr val="6B6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4198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残業NG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92040" y="3785616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3785616"/>
            <a:ext cx="3611880" cy="640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83480" y="3922776"/>
            <a:ext cx="475488" cy="475488"/>
          </a:xfrm>
          <a:prstGeom prst="ellipse">
            <a:avLst/>
          </a:prstGeom>
          <a:solidFill>
            <a:srgbClr val="E8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922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鈴郎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32120" y="38953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鈴木 一郎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32120" y="41513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983480" y="4443984"/>
            <a:ext cx="1234440" cy="201168"/>
          </a:xfrm>
          <a:prstGeom prst="roundRect">
            <a:avLst>
              <a:gd name="adj" fmla="val 27273"/>
            </a:avLst>
          </a:prstGeom>
          <a:solidFill>
            <a:srgbClr val="FDEAE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444398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余裕なし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09360" y="4443984"/>
            <a:ext cx="914400" cy="201168"/>
          </a:xfrm>
          <a:prstGeom prst="roundRect">
            <a:avLst>
              <a:gd name="adj" fmla="val 27273"/>
            </a:avLst>
          </a:prstGeom>
          <a:solidFill>
            <a:srgbClr val="F5F5F4"/>
          </a:solidFill>
          <a:ln w="12700">
            <a:solidFill>
              <a:srgbClr val="6B6A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44439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残業NG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2B"/>
          </a:solidFill>
          <a:ln w="12700">
            <a:solidFill>
              <a:srgbClr val="0D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使い方はとても簡単！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2240280"/>
            <a:ext cx="320040" cy="5486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192024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4630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URLを開く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共有されたリンクを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ブラウザで開くだけ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インストール不要！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2240280"/>
            <a:ext cx="320040" cy="5486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28016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280160"/>
            <a:ext cx="192024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463040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97480" y="2423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カードをクリック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30175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自分のカードを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クリックして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編集モードへ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2240280"/>
            <a:ext cx="320040" cy="5486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28016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80160"/>
            <a:ext cx="192024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146304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46320" y="2423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状態を選ぶ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30175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今の繁忙状況と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残業可否を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ワンタップで設定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128016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1280160"/>
            <a:ext cx="192024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1463040"/>
            <a:ext cx="822960" cy="8229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95160" y="2423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保存する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30175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「保存」ボタンで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即座にチーム全員に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反映されます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7160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スマートフォンのブラウザからでも利用できます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2B"/>
          </a:solidFill>
          <a:ln w="12700">
            <a:solidFill>
              <a:srgbClr val="0D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ステータスの種類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 繁忙ステータス（4段階）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20240" cy="1645920"/>
          </a:xfrm>
          <a:prstGeom prst="rect">
            <a:avLst/>
          </a:prstGeom>
          <a:solidFill>
            <a:srgbClr val="E4F7EF"/>
          </a:solidFill>
          <a:ln w="12700">
            <a:solidFill>
              <a:srgbClr val="1D9E7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61872" y="1810512"/>
            <a:ext cx="310896" cy="3108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余裕あり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仕事を依頼・相談しやすい状態です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691640"/>
            <a:ext cx="1920240" cy="1645920"/>
          </a:xfrm>
          <a:prstGeom prst="rect">
            <a:avLst/>
          </a:prstGeom>
          <a:solidFill>
            <a:srgbClr val="EDF5DC"/>
          </a:solidFill>
          <a:ln w="12700">
            <a:solidFill>
              <a:srgbClr val="63992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810512"/>
            <a:ext cx="310896" cy="310896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やや余裕あり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多少余裕があります。軽い相談はOKです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1920240" cy="1645920"/>
          </a:xfrm>
          <a:prstGeom prst="rect">
            <a:avLst/>
          </a:prstGeom>
          <a:solidFill>
            <a:srgbClr val="FEF3DC"/>
          </a:solidFill>
          <a:ln w="12700">
            <a:solidFill>
              <a:srgbClr val="D4860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59552" y="1810512"/>
            <a:ext cx="310896" cy="310896"/>
          </a:xfrm>
          <a:prstGeom prst="ellipse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やや忙しい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優先度の高い作業があります。急ぎなら相談を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1691640"/>
            <a:ext cx="1920240" cy="1645920"/>
          </a:xfrm>
          <a:prstGeom prst="rect">
            <a:avLst/>
          </a:prstGeom>
          <a:solidFill>
            <a:srgbClr val="FDEAEA"/>
          </a:solidFill>
          <a:ln w="12700">
            <a:solidFill>
              <a:srgbClr val="E24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08392" y="1810512"/>
            <a:ext cx="310896" cy="310896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余裕なし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手が離せません。急ぎでない場合は後日お願いします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 残業可否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913632"/>
            <a:ext cx="2468880" cy="100584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977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残業OK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本日の残業が可能です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913632"/>
            <a:ext cx="2468880" cy="1005840"/>
          </a:xfrm>
          <a:prstGeom prst="rect">
            <a:avLst/>
          </a:prstGeom>
          <a:solidFill>
            <a:srgbClr val="F5F5F4"/>
          </a:solidFill>
          <a:ln w="12700">
            <a:solidFill>
              <a:srgbClr val="6B6A6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91840" y="3977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残業NG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9184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本日の残業は難しい状況です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3822192"/>
            <a:ext cx="3017520" cy="1188720"/>
          </a:xfrm>
          <a:prstGeom prst="rect">
            <a:avLst/>
          </a:prstGeom>
          <a:solidFill>
            <a:srgbClr val="E8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3858768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一言メモ機能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状況をひとことで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伝えることができます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例：「来週は余裕あります」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2B"/>
          </a:solidFill>
          <a:ln w="12700">
            <a:solidFill>
              <a:srgbClr val="0D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導入のメリット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91440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頼みやすくなる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相手の状況が見えるので「今忙しいかな？」という心配なく声をかけられます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80160"/>
            <a:ext cx="91440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19019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即座に確認できる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2677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ページを開くだけで全員の状況が一覧で見えます。声をかける前に確認できます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80160"/>
            <a:ext cx="91440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19019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更新忘れを防止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2677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朝9時までに更新されていない場合、自動でリマインドメールが届きます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08960"/>
            <a:ext cx="91440" cy="1600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3730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導入・管理が簡単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0965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ブラウザで動くのでアプリ不要。GoogleスプレッドシートとGASで動いています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1089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108960"/>
            <a:ext cx="91440" cy="160020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29000" y="3730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完全無料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40965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Workspaceの機能を使うため、追加コストは一切かかりません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108960"/>
            <a:ext cx="91440" cy="160020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09360" y="3730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どこからでもアクセス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40965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PCでもスマートフォンでも同じURLで利用できます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914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630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02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74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066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210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78240" y="5943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58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202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774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346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918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062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778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350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922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494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066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638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210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78240" y="10972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86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58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630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9202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346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918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7490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062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634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1206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5778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350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922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494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066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638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3210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0" y="16002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058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4630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202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3774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8346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7490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2062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6634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1206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5778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350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922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9494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066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8638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3210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778240" y="21031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14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486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058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4630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9202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3774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8346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2918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7490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062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1206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778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350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4922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9494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066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8638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3210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778240" y="260604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14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486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058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4630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9202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3774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8346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2918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7490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2062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634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1206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5778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0350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4922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9494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4066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8638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3210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778240" y="310896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14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486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058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4630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9202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3774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8346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2918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7490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2062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6634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1206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5778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350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4922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9494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4066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8638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3210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778240" y="361188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14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486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058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4630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9202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3774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8346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2918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7490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2062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6634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1206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5778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0350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922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9494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4066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8638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210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778240" y="411480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14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486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058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4630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9202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3774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8346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2918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7490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2062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6634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51206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5778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0350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4922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494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066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8638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3210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778240" y="4617720"/>
            <a:ext cx="64008" cy="6400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371600" y="640080"/>
            <a:ext cx="6400800" cy="3840480"/>
          </a:xfrm>
          <a:prstGeom prst="rect">
            <a:avLst/>
          </a:prstGeom>
          <a:solidFill>
            <a:srgbClr val="061A1A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1554480" y="9144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さっそく使ってみましょう！</a:t>
            </a:r>
            <a:endParaRPr lang="en-US" sz="3000" dirty="0"/>
          </a:p>
        </p:txBody>
      </p:sp>
      <p:sp>
        <p:nvSpPr>
          <p:cNvPr id="204" name="Shape 202"/>
          <p:cNvSpPr/>
          <p:nvPr/>
        </p:nvSpPr>
        <p:spPr>
          <a:xfrm>
            <a:off x="3200400" y="1691640"/>
            <a:ext cx="2743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828800" y="1920240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82880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7" name="Text 205"/>
          <p:cNvSpPr/>
          <p:nvPr/>
        </p:nvSpPr>
        <p:spPr>
          <a:xfrm>
            <a:off x="22402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URLをブラウザで開く</a:t>
            </a:r>
            <a:endParaRPr lang="en-US" sz="1400" dirty="0"/>
          </a:p>
        </p:txBody>
      </p:sp>
      <p:sp>
        <p:nvSpPr>
          <p:cNvPr id="208" name="Shape 206"/>
          <p:cNvSpPr/>
          <p:nvPr/>
        </p:nvSpPr>
        <p:spPr>
          <a:xfrm>
            <a:off x="1828800" y="248716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1828800" y="2487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0" name="Text 208"/>
          <p:cNvSpPr/>
          <p:nvPr/>
        </p:nvSpPr>
        <p:spPr>
          <a:xfrm>
            <a:off x="2240280" y="24871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自分のカードをクリックして状況を設定</a:t>
            </a:r>
            <a:endParaRPr lang="en-US" sz="1400" dirty="0"/>
          </a:p>
        </p:txBody>
      </p:sp>
      <p:sp>
        <p:nvSpPr>
          <p:cNvPr id="211" name="Shape 209"/>
          <p:cNvSpPr/>
          <p:nvPr/>
        </p:nvSpPr>
        <p:spPr>
          <a:xfrm>
            <a:off x="1828800" y="305409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1828800" y="3054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3" name="Text 211"/>
          <p:cNvSpPr/>
          <p:nvPr/>
        </p:nvSpPr>
        <p:spPr>
          <a:xfrm>
            <a:off x="2240280" y="305409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毎朝更新するだけでOK！</a:t>
            </a:r>
            <a:endParaRPr lang="en-US" sz="1400" dirty="0"/>
          </a:p>
        </p:txBody>
      </p:sp>
      <p:sp>
        <p:nvSpPr>
          <p:cNvPr id="214" name="Shape 212"/>
          <p:cNvSpPr/>
          <p:nvPr/>
        </p:nvSpPr>
        <p:spPr>
          <a:xfrm>
            <a:off x="2743200" y="365760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274320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ご不明な点は</a:t>
            </a:r>
            <a:r>
              <a:rPr lang="ja-JP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阿曽まで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ご連絡ください</a:t>
            </a:r>
            <a:endParaRPr lang="en-US" sz="1400" dirty="0"/>
          </a:p>
        </p:txBody>
      </p:sp>
      <p:sp>
        <p:nvSpPr>
          <p:cNvPr id="216" name="Text 214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繁忙ボード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222</Words>
  <Application>Microsoft Office PowerPoint</Application>
  <PresentationFormat>画面に合わせる (16:9)</PresentationFormat>
  <Paragraphs>128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チーム繁忙ボード PR資料</dc:title>
  <dc:subject>PptxGenJS Presentation</dc:subject>
  <dc:creator>PptxGenJS</dc:creator>
  <cp:lastModifiedBy>阿曽 （株）米倉製作所</cp:lastModifiedBy>
  <cp:revision>1</cp:revision>
  <cp:lastPrinted>2026-04-06T05:06:32Z</cp:lastPrinted>
  <dcterms:created xsi:type="dcterms:W3CDTF">2026-04-06T04:51:34Z</dcterms:created>
  <dcterms:modified xsi:type="dcterms:W3CDTF">2026-04-06T05:07:29Z</dcterms:modified>
</cp:coreProperties>
</file>